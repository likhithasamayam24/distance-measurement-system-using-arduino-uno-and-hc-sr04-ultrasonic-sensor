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icm2Lgj+NurWyxSW00IrBHRhdz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092f047e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092f047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092f047e9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092f047e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092f047e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092f047e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092f047e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092f047e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0fa02d9a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0fa02d9a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0fa02d9a8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0fa02d9a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80775" y="186075"/>
            <a:ext cx="8577900" cy="6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21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21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160"/>
              <a:t>Project Title: </a:t>
            </a:r>
            <a:r>
              <a:rPr lang="en-US" sz="1760"/>
              <a:t>DISTANCE MEASUREMENT SYSTEM -TAPLESS MEASUREMENT</a:t>
            </a:r>
            <a:endParaRPr sz="17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8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960"/>
              <a:t>Student Names:</a:t>
            </a:r>
            <a:r>
              <a:rPr b="1" lang="en-US" sz="1860"/>
              <a:t> </a:t>
            </a:r>
            <a:r>
              <a:rPr lang="en-US" sz="1760"/>
              <a:t>B Leela surya kumari, B Saraswathi, R Indu Priya, S Likhitha</a:t>
            </a:r>
            <a:endParaRPr sz="17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7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960"/>
              <a:t>Roll Numbers: </a:t>
            </a:r>
            <a:r>
              <a:rPr lang="en-US" sz="1660"/>
              <a:t>24K61A1407, </a:t>
            </a:r>
            <a:r>
              <a:rPr lang="en-US" sz="1660"/>
              <a:t>24K61A1410,  24K61A1447, 24K61A1452</a:t>
            </a:r>
            <a:endParaRPr sz="16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6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960"/>
              <a:t>Department:</a:t>
            </a:r>
            <a:r>
              <a:rPr b="1" lang="en-US" sz="1760"/>
              <a:t> </a:t>
            </a:r>
            <a:r>
              <a:rPr lang="en-US" sz="1760"/>
              <a:t>Electronics and Communication Technology</a:t>
            </a:r>
            <a:endParaRPr sz="17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17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960"/>
              <a:t>Guide/Mentor:</a:t>
            </a:r>
            <a:r>
              <a:rPr b="1" lang="en-US" sz="1660"/>
              <a:t>  </a:t>
            </a:r>
            <a:r>
              <a:rPr lang="en-US" sz="1660"/>
              <a:t>Mr.P. Praveen &amp; Mrs. N. Kusuma</a:t>
            </a:r>
            <a:endParaRPr sz="16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1360"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077550" cy="18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092f047e9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</a:t>
            </a:r>
            <a:r>
              <a:rPr b="1" lang="en-US" sz="4000"/>
              <a:t>ntroductio</a:t>
            </a:r>
            <a:r>
              <a:rPr b="1" lang="en-US"/>
              <a:t>n </a:t>
            </a:r>
            <a:endParaRPr b="1"/>
          </a:p>
        </p:txBody>
      </p:sp>
      <p:sp>
        <p:nvSpPr>
          <p:cNvPr id="91" name="Google Shape;91;g3f092f047e9_0_5"/>
          <p:cNvSpPr txBox="1"/>
          <p:nvPr>
            <p:ph idx="1" type="body"/>
          </p:nvPr>
        </p:nvSpPr>
        <p:spPr>
          <a:xfrm>
            <a:off x="337600" y="1480575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tapeless distance measurement system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is used to measure the distance between the sensor and an object without using a measuring tape. It uses an 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HC-SR04 ultrasonic sensor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and an 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Arduino UNO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to calculate the distance by measuring the time taken for the sound wave to return. The measured distance is displayed on an LCD screen, providing a fast, accurate, and contactless measurement solution.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467544" y="2606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Problem statement</a:t>
            </a:r>
            <a:endParaRPr b="1" sz="4000"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539552" y="1844824"/>
            <a:ext cx="8229600" cy="3816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Traditional distance measurement using measuring tapes is time-consuming, requires physical contact, and may be unsafe in certain environments. There is a need for a fast, accurate, and contactless distance measurement system. This project uses an ultrasonic sensor and Arduino UNO to measure distance and display the result in real time on an LCD screen.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Objectives</a:t>
            </a:r>
            <a:endParaRPr b="1" sz="4000"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Measure distance without using a measuring tape.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Reduce human error.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Display the measured distance instantly.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Build a simple and low-cost measuring system.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092f047e9_0_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Scope of the Project </a:t>
            </a:r>
            <a:endParaRPr sz="4000"/>
          </a:p>
        </p:txBody>
      </p:sp>
      <p:sp>
        <p:nvSpPr>
          <p:cNvPr id="109" name="Google Shape;109;g3f092f047e9_0_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Provides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fast and contactless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distance measurement.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Can be used in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robotics, parking systems, and water level monitoring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Suitable for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educational, industrial, and home automation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applications.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Can be enhanced by adding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Wi-Fi, IoT, data logging, or mobile app support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092f047e9_0_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Limitations of the Projec</a:t>
            </a:r>
            <a:r>
              <a:rPr lang="en-US"/>
              <a:t>t </a:t>
            </a:r>
            <a:endParaRPr sz="4000"/>
          </a:p>
        </p:txBody>
      </p:sp>
      <p:sp>
        <p:nvSpPr>
          <p:cNvPr id="115" name="Google Shape;115;g3f092f047e9_0_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9900" lvl="0" marL="457200" rtl="0" algn="l">
              <a:spcBef>
                <a:spcPts val="360"/>
              </a:spcBef>
              <a:spcAft>
                <a:spcPts val="0"/>
              </a:spcAft>
              <a:buSzPts val="3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Measurement accuracy decreases with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soft or irregular surfaces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Limited to the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operating range of the ultrasonic sensor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(typically 2 cm to 400 cm for HC-SR04).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Environmental factors such as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temperature and humidity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can affect accuracy.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Cannot measure distance accurately if there are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multiple obstacles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or highly absorbent materials in the sound path.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092f047e9_0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Existing System </a:t>
            </a:r>
            <a:endParaRPr sz="4000"/>
          </a:p>
        </p:txBody>
      </p:sp>
      <p:sp>
        <p:nvSpPr>
          <p:cNvPr id="121" name="Google Shape;121;g3f092f047e9_0_2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Uses measuring tape or ruler.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Requires manual operation.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Time-consuming.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Less convenient for inaccessible areas.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Chances of human error.</a:t>
            </a:r>
            <a:endParaRPr sz="2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Components</a:t>
            </a:r>
            <a:endParaRPr b="1" sz="4000"/>
          </a:p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Hardware</a:t>
            </a:r>
            <a:endParaRPr b="1" sz="240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Arduino UNO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Ultrasonic Sensor (HC-SR04)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16 x 2 LCD Display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Embedded C Tools and Technologies Used</a:t>
            </a:r>
            <a:endParaRPr sz="2400"/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Software</a:t>
            </a:r>
            <a:endParaRPr b="1" sz="2400"/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Wokwi Simulator</a:t>
            </a:r>
            <a:endParaRPr sz="2400"/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Arduino IDE</a:t>
            </a:r>
            <a:endParaRPr sz="2400"/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Programming Language</a:t>
            </a:r>
            <a:endParaRPr b="1" sz="2400"/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Arduino C/C++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Arduino UNO</a:t>
            </a:r>
            <a:endParaRPr b="1" sz="4000"/>
          </a:p>
        </p:txBody>
      </p:sp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Arduino UNO is a microcontroller board that acts as the brain of the system.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 It processes signals from the ultrasonic sensor and calculates the distance. 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controls the display and overall operation of the system.</a:t>
            </a:r>
            <a:endParaRPr sz="2400"/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3768" y="3933056"/>
            <a:ext cx="3635149" cy="252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Ultrasonic Sensor</a:t>
            </a:r>
            <a:endParaRPr/>
          </a:p>
        </p:txBody>
      </p:sp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An </a:t>
            </a:r>
            <a:r>
              <a:rPr b="1" lang="en-US" sz="2600"/>
              <a:t>ultrasonic sensor</a:t>
            </a:r>
            <a:r>
              <a:rPr lang="en-US" sz="2600"/>
              <a:t> measures the distance to an object by sending ultrasonic sound waves and receiving the reflected echo.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It provides </a:t>
            </a:r>
            <a:r>
              <a:rPr b="1" lang="en-US" sz="2600"/>
              <a:t>fast, accurate, and contactless</a:t>
            </a:r>
            <a:r>
              <a:rPr lang="en-US" sz="2600"/>
              <a:t> distance measurement and is widely used in robotics, parking systems, and water level monitoring</a:t>
            </a:r>
            <a:r>
              <a:rPr lang="en-US"/>
              <a:t>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1" name="Google Shape;141;p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7172" y="1772816"/>
            <a:ext cx="4786828" cy="348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16 x 2 LCD Display</a:t>
            </a:r>
            <a:endParaRPr b="1" sz="4000"/>
          </a:p>
        </p:txBody>
      </p:sp>
      <p:sp>
        <p:nvSpPr>
          <p:cNvPr id="147" name="Google Shape;147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 </a:t>
            </a:r>
            <a:r>
              <a:rPr b="1" lang="en-US"/>
              <a:t>16×2 LCD</a:t>
            </a:r>
            <a:r>
              <a:rPr lang="en-US"/>
              <a:t> is a display module that can show </a:t>
            </a:r>
            <a:r>
              <a:rPr b="1" lang="en-US"/>
              <a:t>16 characters in each of its 2 rows</a:t>
            </a:r>
            <a:r>
              <a:rPr lang="en-US"/>
              <a:t>, making it useful for displaying text and numbers.</a:t>
            </a:r>
            <a:endParaRPr/>
          </a:p>
          <a:p>
            <a:pPr indent="-342900" lvl="0" marL="3429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commonly used with </a:t>
            </a:r>
            <a:r>
              <a:rPr b="1" lang="en-US"/>
              <a:t>Arduino</a:t>
            </a:r>
            <a:r>
              <a:rPr lang="en-US"/>
              <a:t> to display information such as distance, temperature, sensor readings, and system status.</a:t>
            </a:r>
            <a:endParaRPr/>
          </a:p>
          <a:p>
            <a:pPr indent="-342900" lvl="0" marL="3429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endParaRPr/>
          </a:p>
        </p:txBody>
      </p:sp>
      <p:pic>
        <p:nvPicPr>
          <p:cNvPr id="148" name="Google Shape;148;p7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4008" y="2276873"/>
            <a:ext cx="4038600" cy="1872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Connections</a:t>
            </a:r>
            <a:endParaRPr b="1" sz="4000"/>
          </a:p>
        </p:txBody>
      </p:sp>
      <p:sp>
        <p:nvSpPr>
          <p:cNvPr id="154" name="Google Shape;154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Arduino UNO to Ultrasonic Sensor (HC-SR04):</a:t>
            </a:r>
            <a:endParaRPr sz="28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VCC → 5V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GND → GND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TRIG → Digital Pin 9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ECHO → Digital Pin 10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Arduino UNO to 16×2 LCD Display (I2C):</a:t>
            </a:r>
            <a:endParaRPr sz="28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VCC → 5V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GND → GND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SDA → A4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SCL → A5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0fa02d9a8_1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Circuit</a:t>
            </a:r>
            <a:endParaRPr b="1"/>
          </a:p>
        </p:txBody>
      </p:sp>
      <p:sp>
        <p:nvSpPr>
          <p:cNvPr id="160" name="Google Shape;160;g3f0fa02d9a8_1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g3f0fa02d9a8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450" y="1666875"/>
            <a:ext cx="5149249" cy="41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Working principle</a:t>
            </a:r>
            <a:endParaRPr b="1" sz="4000"/>
          </a:p>
        </p:txBody>
      </p:sp>
      <p:sp>
        <p:nvSpPr>
          <p:cNvPr id="167" name="Google Shape;16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Arduino UNO sends a signal to the ultrasonic sensor through the </a:t>
            </a:r>
            <a:r>
              <a:rPr b="1" lang="en-US" sz="2400"/>
              <a:t>TRIG</a:t>
            </a:r>
            <a:r>
              <a:rPr lang="en-US" sz="2400"/>
              <a:t> pin.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sensor emits ultrasonic sound waves, which reflect back after hitting an object.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 </a:t>
            </a:r>
            <a:r>
              <a:rPr b="1" lang="en-US" sz="2400"/>
              <a:t>ECHO</a:t>
            </a:r>
            <a:r>
              <a:rPr lang="en-US" sz="2400"/>
              <a:t> pin receives the reflected waves, and Arduino calculates the distance using the travel time.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measured distance is displayed on the </a:t>
            </a:r>
            <a:r>
              <a:rPr b="1" lang="en-US" sz="2400"/>
              <a:t>16×2 LCD</a:t>
            </a:r>
            <a:r>
              <a:rPr lang="en-US" sz="2400"/>
              <a:t>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This process repeats continuously, providing </a:t>
            </a:r>
            <a:r>
              <a:rPr b="1" lang="en-US" sz="2400"/>
              <a:t>real-time, contactless distance measurement</a:t>
            </a:r>
            <a:r>
              <a:rPr lang="en-US" sz="2400"/>
              <a:t>.</a:t>
            </a:r>
            <a:br>
              <a:rPr lang="en-US" sz="2400"/>
            </a:b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Output &amp; Test cases</a:t>
            </a:r>
            <a:endParaRPr b="1" sz="4000"/>
          </a:p>
        </p:txBody>
      </p:sp>
      <p:sp>
        <p:nvSpPr>
          <p:cNvPr id="173" name="Google Shape;17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LCD displays the distance between the sensor and the object in centimeters. The  readings update continuously in real-time.</a:t>
            </a:r>
            <a:br>
              <a:rPr lang="en-US" sz="2400"/>
            </a:br>
            <a:endParaRPr sz="2400"/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736" y="2852936"/>
            <a:ext cx="4320480" cy="3671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Advantages</a:t>
            </a:r>
            <a:endParaRPr b="1" sz="4000"/>
          </a:p>
        </p:txBody>
      </p:sp>
      <p:sp>
        <p:nvSpPr>
          <p:cNvPr id="180" name="Google Shape;180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Contactless measurement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Fast response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Good accuracy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Easy to use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Low cost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Portable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Applications</a:t>
            </a:r>
            <a:endParaRPr b="1" sz="4000"/>
          </a:p>
        </p:txBody>
      </p:sp>
      <p:sp>
        <p:nvSpPr>
          <p:cNvPr id="186" name="Google Shape;186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Robotics</a:t>
            </a:r>
            <a:r>
              <a:rPr lang="en-US" sz="2400"/>
              <a:t> – Obstacle detection and navigation.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</a:t>
            </a:r>
            <a:r>
              <a:rPr b="1" lang="en-US" sz="2400"/>
              <a:t>Water tank level monitoring</a:t>
            </a:r>
            <a:r>
              <a:rPr lang="en-US" sz="2400"/>
              <a:t> – Measures water level without contact.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</a:t>
            </a:r>
            <a:r>
              <a:rPr b="1" lang="en-US" sz="2400"/>
              <a:t>Parking assistance</a:t>
            </a:r>
            <a:r>
              <a:rPr lang="en-US" sz="2400"/>
              <a:t> – Detects the distance between vehicles and obstacles.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Industrial automation</a:t>
            </a:r>
            <a:r>
              <a:rPr lang="en-US" sz="2400"/>
              <a:t> – Measures object distance in production lines.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</a:t>
            </a:r>
            <a:r>
              <a:rPr b="1" lang="en-US" sz="2400"/>
              <a:t>Smart home systems</a:t>
            </a:r>
            <a:r>
              <a:rPr lang="en-US" sz="2400"/>
              <a:t> – Used in automatic doors and security systems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Future Scope</a:t>
            </a:r>
            <a:endParaRPr b="1" sz="4000"/>
          </a:p>
        </p:txBody>
      </p:sp>
      <p:sp>
        <p:nvSpPr>
          <p:cNvPr id="192" name="Google Shape;192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Add Wi-Fi for remote monitoring.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Store measurement data.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Connect to a mobile application.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Add buzzer alerts.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Improve measurement range.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0fa02d9a8_1_8"/>
          <p:cNvSpPr txBox="1"/>
          <p:nvPr>
            <p:ph type="title"/>
          </p:nvPr>
        </p:nvSpPr>
        <p:spPr>
          <a:xfrm>
            <a:off x="457200" y="2879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/>
              <a:t>References</a:t>
            </a:r>
            <a:endParaRPr b="1" sz="3200"/>
          </a:p>
        </p:txBody>
      </p:sp>
      <p:sp>
        <p:nvSpPr>
          <p:cNvPr id="198" name="Google Shape;198;g3f0fa02d9a8_1_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spcBef>
                <a:spcPts val="36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Arduino Uno Documentation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Wokwi Simulator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Arduino IDE Documentation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Embedded Systems Reference Material</a:t>
            </a:r>
            <a:endParaRPr sz="2500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Conclusion</a:t>
            </a:r>
            <a:endParaRPr b="1" sz="4000"/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b="1" lang="en-US" sz="2400"/>
              <a:t>tapeless distance measurement system</a:t>
            </a:r>
            <a:r>
              <a:rPr lang="en-US" sz="2400"/>
              <a:t> accurately measures distance without physical contact using an ultrasonic sensor and Arduino UNO.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provides </a:t>
            </a:r>
            <a:r>
              <a:rPr b="1" lang="en-US" sz="2400"/>
              <a:t>fast, reliable, and real-time</a:t>
            </a:r>
            <a:r>
              <a:rPr lang="en-US" sz="2400"/>
              <a:t> distance measurement, making it more efficient than traditional methods.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 txBox="1"/>
          <p:nvPr>
            <p:ph type="title"/>
          </p:nvPr>
        </p:nvSpPr>
        <p:spPr>
          <a:xfrm>
            <a:off x="395536" y="1700808"/>
            <a:ext cx="8291264" cy="3384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THANK YOU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2026-07-03T03:39:45Z</dcterms:created>
  <dc:creator>Windows User</dc:creator>
</cp:coreProperties>
</file>